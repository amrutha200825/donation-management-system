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(Excel)</c:v>
                </c:pt>
              </c:strCache>
            </c:strRef>
          </c:tx>
          <c:spPr>
            <a:solidFill>
              <a:srgbClr val="A3C4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42</c:v>
                </c:pt>
                <c:pt idx="2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(Platform)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</c:v>
                </c:pt>
                <c:pt idx="1">
                  <c:v>68</c:v>
                </c:pt>
                <c:pt idx="2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E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NONPROFIT TECHNOLOGY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Donor Management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0F4F7"/>
                </a:solidFill>
              </a:rPr>
              <a:t>Transforming small nonprofits with smart, web-based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0F4F7"/>
                </a:solidFill>
              </a:rPr>
              <a:t>donor engagement &amp; fundraising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 ·  Node.js  ·  PostgreSQL  ·  Stripe  ·  PayPal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Small Nonprofits Are Losing Donors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Excel Overload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" y="278892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A"/>
                </a:solidFill>
              </a:rPr>
              <a:t>Donation tracking in spreadsheets leads to data silos, version conflicts, and lost donor history.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508760"/>
            <a:ext cx="265176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37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Missed Follow-ups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0128" y="278892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A"/>
                </a:solidFill>
              </a:rPr>
              <a:t>Manual processes mean thank-you notes are delayed or skipped — weakening donor relationships.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5087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508760"/>
            <a:ext cx="265176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Poor Retention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90488" y="278892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7A"/>
                </a:solidFill>
              </a:rPr>
              <a:t>Only 38–50% of donors give again. Without tools, it's impossible to identify and re-engage at-risk donors.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480560"/>
            <a:ext cx="265176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21" name="Text 16"/>
          <p:cNvSpPr/>
          <p:nvPr/>
        </p:nvSpPr>
        <p:spPr>
          <a:xfrm>
            <a:off x="6236208" y="44805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</a:rPr>
              <a:t>Only 38–50% donor retention in nonprofits using manual tools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Three-Part Web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30352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Donor Portal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057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D8E0"/>
                </a:solidFill>
              </a:rPr>
              <a:t>Card, PayPal, UPI payments + instant tax receipts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697480"/>
            <a:ext cx="530352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986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3154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D8E0"/>
                </a:solidFill>
              </a:rPr>
              <a:t>Segmented donor DB, campaigns &amp; real-time analytics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760" y="3794760"/>
            <a:ext cx="5303520" cy="9144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959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Auto-Recurring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4251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D8E0"/>
                </a:solidFill>
              </a:rPr>
              <a:t>Scheduled recurring donations handled automatically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035040" y="365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Capabilities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035040" y="1280160"/>
            <a:ext cx="2926080" cy="36576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Real-time Analytics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Campaign Builder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Auto Tax Receipts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Donor Segmentation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Follow-up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Recurring Billing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Measurable Impact for Nonprofits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22860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60–75%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Donor Retention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Up from 38–50% 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51760" cy="22860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+20–30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Percentage Point Gain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090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In donor retention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65176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35–60%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Drop in Admin Costs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090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0F4F7"/>
                </a:solidFill>
              </a:rPr>
              <a:t>Via automated receipts &amp; reports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050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</a:rPr>
              <a:t>✔  Tax Receipts Automated          ✔  Follow-ups Automated          ✔  Reports Automated          ✔  Recurring Billing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Retention Before vs. After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691640"/>
            <a:ext cx="2834640" cy="868680"/>
          </a:xfrm>
          <a:prstGeom prst="rect">
            <a:avLst/>
          </a:prstGeom>
          <a:solidFill>
            <a:srgbClr val="A3C4CF">
              <a:alpha val="4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41%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035040" y="2167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A"/>
                </a:solidFill>
              </a:rPr>
              <a:t>Avg Before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743200"/>
            <a:ext cx="2834640" cy="8686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770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68%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035040" y="3218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B7A"/>
                </a:solidFill>
              </a:rPr>
              <a:t>Avg After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3794760"/>
            <a:ext cx="2834640" cy="8686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+27pp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035040" y="42702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7"/>
                </a:solidFill>
              </a:rPr>
              <a:t>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Scale, Speed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201168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830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24688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0F4F7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" y="27889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2461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4F7"/>
                </a:solidFill>
              </a:rPr>
              <a:t>Component-based SPA with responsive design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96312" y="1554480"/>
            <a:ext cx="201168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96312" y="155448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8308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9464" y="24688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0F4F7"/>
                </a:solidFill>
              </a:rPr>
              <a:t>Backend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69464" y="27889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Node.js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587752" y="32461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4F7"/>
                </a:solidFill>
              </a:rPr>
              <a:t>REST API with Express — fast, async, scalable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72584" y="1554480"/>
            <a:ext cx="201168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72584" y="1554480"/>
            <a:ext cx="2011680" cy="91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7830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45736" y="24688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0F4F7"/>
                </a:solidFill>
              </a:rPr>
              <a:t>Database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45736" y="27889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64024" y="32461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4F7"/>
                </a:solidFill>
              </a:rPr>
              <a:t>Relational DB for donor records &amp; transactions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48856" y="1554480"/>
            <a:ext cx="2011680" cy="3108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48856" y="1554480"/>
            <a:ext cx="2011680" cy="91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83080"/>
            <a:ext cx="594360" cy="594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22008" y="24688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E0F4F7"/>
                </a:solidFill>
              </a:rPr>
              <a:t>Payments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22008" y="27889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Stripe &amp; PayPal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40296" y="3246120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F4F7"/>
                </a:solidFill>
              </a:rPr>
              <a:t>Card, UPI &amp; digital wallet processing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What's Next on Our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11480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37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AI Donor Churn Prediction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374904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ML model trained on donation patterns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Flags at-risk donors before they lapse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Triggers personalized re-engagement campaigns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Predicted 15–25% further retention boost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508760"/>
            <a:ext cx="411480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1907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37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Blockchain Transparency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2377440"/>
            <a:ext cx="374904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Every donation logged on-chain (immutable)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Donors can verify fund utilization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Smart contracts for conditional giving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B7A"/>
                </a:solidFill>
              </a:rPr>
              <a:t>Builds trust with digital-native donors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Empowering Nonprofits,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One Donor at a Time.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4F7"/>
                </a:solidFill>
              </a:rPr>
              <a:t>A modern donor management platform that drives retention,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4F7"/>
                </a:solidFill>
              </a:rPr>
              <a:t>cuts costs, and lets nonprofits focus on their mission.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77640"/>
            <a:ext cx="4572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Nonprofit Donor Management Platform</dc:title>
  <dc:subject>PptxGenJS Presentation</dc:subject>
  <dc:creator>PptxGenJS</dc:creator>
  <cp:lastModifiedBy>PptxGenJS</cp:lastModifiedBy>
  <cp:revision>1</cp:revision>
  <dcterms:created xsi:type="dcterms:W3CDTF">2026-04-27T15:44:53Z</dcterms:created>
  <dcterms:modified xsi:type="dcterms:W3CDTF">2026-04-27T15:44:53Z</dcterms:modified>
</cp:coreProperties>
</file>